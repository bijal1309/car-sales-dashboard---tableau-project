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6"/>
  </p:notes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68D6"/>
    <a:srgbClr val="CE53D1"/>
    <a:srgbClr val="BF34C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-782" y="-5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82A0A-63BF-4236-9620-A3551763C04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E18BC-12AD-425A-873A-61B546CEC9E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4E18BC-12AD-425A-873A-61B546CEC9E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4E18BC-12AD-425A-873A-61B546CEC9E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4E18BC-12AD-425A-873A-61B546CEC9E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4E18BC-12AD-425A-873A-61B546CEC9E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3556000" y="0"/>
            <a:ext cx="8636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127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4489157" y="533400"/>
            <a:ext cx="68072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4472589" y="3539864"/>
            <a:ext cx="6819704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7828299" y="6557946"/>
            <a:ext cx="2669952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3759200" y="6557946"/>
            <a:ext cx="3903629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507845" y="6556248"/>
            <a:ext cx="784448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2821838"/>
            <a:ext cx="8340651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400" y="1905001"/>
            <a:ext cx="8340651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98984" y="6556810"/>
            <a:ext cx="2669952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13811" y="6556810"/>
            <a:ext cx="38608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8603" y="6555112"/>
            <a:ext cx="784448" cy="228600"/>
          </a:xfrm>
        </p:spPr>
        <p:txBody>
          <a:bodyPr/>
          <a:lstStyle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69392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1744" y="1600201"/>
            <a:ext cx="469392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867400"/>
            <a:ext cx="469392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571744" y="5867400"/>
            <a:ext cx="469392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711840"/>
            <a:ext cx="469392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1744" y="1711840"/>
            <a:ext cx="469392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6384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97416"/>
            <a:ext cx="786384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0"/>
            <a:ext cx="9652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797292" y="1004669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795609" y="998817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5464" y="1143000"/>
            <a:ext cx="4572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85464" y="3283634"/>
            <a:ext cx="4572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884909" y="1041002"/>
            <a:ext cx="560832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956"/>
            <a:ext cx="2032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57088" y="6557946"/>
            <a:ext cx="2669952" cy="226902"/>
          </a:xfrm>
        </p:spPr>
        <p:txBody>
          <a:bodyPr/>
          <a:lstStyle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56248"/>
            <a:ext cx="4876800" cy="228600"/>
          </a:xfrm>
        </p:spPr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9328" y="6553200"/>
            <a:ext cx="78444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10871200" y="0"/>
            <a:ext cx="13208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2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609600" y="1609416"/>
            <a:ext cx="9652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5661248" y="6557946"/>
            <a:ext cx="2669952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8F1464BA-3AB6-4F1F-A4CA-79AE4B743070}" type="datetimeFigureOut">
              <a:rPr lang="en-IN" smtClean="0"/>
              <a:pPr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609600" y="6557946"/>
            <a:ext cx="48768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335264" y="6556248"/>
            <a:ext cx="784448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DFE83109-83C9-40E4-8B4E-08C540C18B38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86DCE08-0E81-D01B-4349-1D7984D5D1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2" descr="Blue Honeycomb Vector Art, Icons, and Graphics for Free Download">
            <a:extLst>
              <a:ext uri="{FF2B5EF4-FFF2-40B4-BE49-F238E27FC236}">
                <a16:creationId xmlns:a16="http://schemas.microsoft.com/office/drawing/2014/main" xmlns="" id="{FD75B4B3-59AC-711E-1004-E1801E908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0311C13-1131-2D82-45D9-2DB450C20BD5}"/>
              </a:ext>
            </a:extLst>
          </p:cNvPr>
          <p:cNvSpPr txBox="1"/>
          <p:nvPr/>
        </p:nvSpPr>
        <p:spPr>
          <a:xfrm>
            <a:off x="1634810" y="198947"/>
            <a:ext cx="89223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dirty="0">
                <a:solidFill>
                  <a:srgbClr val="D368D6"/>
                </a:solidFill>
                <a:latin typeface="Cooper Black" panose="0208090404030B020404" pitchFamily="18" charset="0"/>
              </a:rPr>
              <a:t>TABLEAU PROJECT</a:t>
            </a:r>
          </a:p>
        </p:txBody>
      </p:sp>
      <p:pic>
        <p:nvPicPr>
          <p:cNvPr id="1028" name="Picture 4" descr="Tableau Logo, symbol, meaning, history, PNG, brand">
            <a:extLst>
              <a:ext uri="{FF2B5EF4-FFF2-40B4-BE49-F238E27FC236}">
                <a16:creationId xmlns:a16="http://schemas.microsoft.com/office/drawing/2014/main" xmlns="" id="{29B4EAF2-3DA6-D88F-0D34-E5E7891D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5" y="300210"/>
            <a:ext cx="1609725" cy="90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CF666F2-D214-86FD-B297-0AD0166E8303}"/>
              </a:ext>
            </a:extLst>
          </p:cNvPr>
          <p:cNvSpPr txBox="1"/>
          <p:nvPr/>
        </p:nvSpPr>
        <p:spPr>
          <a:xfrm>
            <a:off x="1436529" y="1857166"/>
            <a:ext cx="931893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oper Black" panose="0208090404030B020404" pitchFamily="18" charset="0"/>
              </a:rPr>
              <a:t>CAR SALES </a:t>
            </a:r>
          </a:p>
          <a:p>
            <a:pPr algn="ctr"/>
            <a:r>
              <a:rPr lang="en-IN" sz="8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oper Black" panose="0208090404030B020404" pitchFamily="18" charset="0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xmlns="" val="376600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86DCE08-0E81-D01B-4349-1D7984D5D1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2" descr="Blue Honeycomb Vector Art, Icons, and Graphics for Free Download">
            <a:extLst>
              <a:ext uri="{FF2B5EF4-FFF2-40B4-BE49-F238E27FC236}">
                <a16:creationId xmlns:a16="http://schemas.microsoft.com/office/drawing/2014/main" xmlns="" id="{FD75B4B3-59AC-711E-1004-E1801E908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bleau Logo, symbol, meaning, history, PNG, brand">
            <a:extLst>
              <a:ext uri="{FF2B5EF4-FFF2-40B4-BE49-F238E27FC236}">
                <a16:creationId xmlns:a16="http://schemas.microsoft.com/office/drawing/2014/main" xmlns="" id="{29B4EAF2-3DA6-D88F-0D34-E5E7891D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5" y="300210"/>
            <a:ext cx="1609725" cy="90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110618D-E684-B3D9-FC2A-BCD2303CC224}"/>
              </a:ext>
            </a:extLst>
          </p:cNvPr>
          <p:cNvSpPr txBox="1"/>
          <p:nvPr/>
        </p:nvSpPr>
        <p:spPr>
          <a:xfrm>
            <a:off x="1795627" y="429779"/>
            <a:ext cx="57138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oper Black" panose="0208090404030B0204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1136E52-DD52-E1FF-5B7D-F2A6CDC88D5F}"/>
              </a:ext>
            </a:extLst>
          </p:cNvPr>
          <p:cNvSpPr txBox="1"/>
          <p:nvPr/>
        </p:nvSpPr>
        <p:spPr>
          <a:xfrm>
            <a:off x="581025" y="1286860"/>
            <a:ext cx="1147727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dashboard should provide real-time insights into key performance indicators (KPIs) related to our sales data. This will enable us to make informed decisions, monitor our progress, and identify trends and opportunities for growth.</a:t>
            </a:r>
            <a:endParaRPr lang="en-IN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r>
              <a:rPr lang="en-IN" sz="20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IN" sz="20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Year-to-Date (YTD) Total Sales</a:t>
            </a:r>
            <a:endParaRPr lang="en-IN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Year-over-Year (YOY) Growth in Total Sales</a:t>
            </a:r>
            <a:endParaRPr lang="en-IN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Average Price Analysis:</a:t>
            </a:r>
          </a:p>
          <a:p>
            <a:pPr marL="742950" lvl="1" indent="-28575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YTD Average Price</a:t>
            </a:r>
            <a:endParaRPr lang="en-IN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YOY Growth in Average Price</a:t>
            </a:r>
            <a:endParaRPr lang="en-IN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Cars Sold Metrics:</a:t>
            </a:r>
          </a:p>
          <a:p>
            <a:pPr marL="742950" lvl="1" indent="-28575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YTD Cars Sold</a:t>
            </a:r>
            <a:endParaRPr lang="en-IN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YOY Growth in Cars Sold</a:t>
            </a:r>
            <a:endParaRPr lang="en-IN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2317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86DCE08-0E81-D01B-4349-1D7984D5D1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2" descr="Blue Honeycomb Vector Art, Icons, and Graphics for Free Download">
            <a:extLst>
              <a:ext uri="{FF2B5EF4-FFF2-40B4-BE49-F238E27FC236}">
                <a16:creationId xmlns:a16="http://schemas.microsoft.com/office/drawing/2014/main" xmlns="" id="{FD75B4B3-59AC-711E-1004-E1801E908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bleau Logo, symbol, meaning, history, PNG, brand">
            <a:extLst>
              <a:ext uri="{FF2B5EF4-FFF2-40B4-BE49-F238E27FC236}">
                <a16:creationId xmlns:a16="http://schemas.microsoft.com/office/drawing/2014/main" xmlns="" id="{29B4EAF2-3DA6-D88F-0D34-E5E7891D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5" y="300210"/>
            <a:ext cx="1609725" cy="90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110618D-E684-B3D9-FC2A-BCD2303CC224}"/>
              </a:ext>
            </a:extLst>
          </p:cNvPr>
          <p:cNvSpPr txBox="1"/>
          <p:nvPr/>
        </p:nvSpPr>
        <p:spPr>
          <a:xfrm>
            <a:off x="1795627" y="429779"/>
            <a:ext cx="57138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oper Black" panose="0208090404030B0204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1136E52-DD52-E1FF-5B7D-F2A6CDC88D5F}"/>
              </a:ext>
            </a:extLst>
          </p:cNvPr>
          <p:cNvSpPr txBox="1"/>
          <p:nvPr/>
        </p:nvSpPr>
        <p:spPr>
          <a:xfrm>
            <a:off x="581025" y="1389726"/>
            <a:ext cx="11477276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YTD Sales Weekly Trend: </a:t>
            </a:r>
            <a:r>
              <a:rPr lang="en-IN" sz="2000" kern="0" dirty="0">
                <a:solidFill>
                  <a:schemeClr val="bg1"/>
                </a:solidFill>
                <a:cs typeface="Times New Roman" panose="02020603050405020304" pitchFamily="18" charset="0"/>
              </a:rPr>
              <a:t>Display a line chart illustrating the weekly trend of YTD sales. The X-axis should represent weeks, and the Y-axis should show the total sales amount.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YTD Total Sales by Body Style: </a:t>
            </a:r>
            <a:r>
              <a:rPr lang="en-IN" sz="2000" kern="0" dirty="0">
                <a:solidFill>
                  <a:schemeClr val="bg1"/>
                </a:solidFill>
                <a:cs typeface="Times New Roman" panose="02020603050405020304" pitchFamily="18" charset="0"/>
              </a:rPr>
              <a:t>Visualize the distribution of YTD total sales across different car body styles using a Pie chart.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YTD Total Sales by Colour: </a:t>
            </a:r>
            <a:r>
              <a:rPr lang="en-IN" sz="2000" kern="0" dirty="0">
                <a:solidFill>
                  <a:schemeClr val="bg1"/>
                </a:solidFill>
                <a:cs typeface="Times New Roman" panose="02020603050405020304" pitchFamily="18" charset="0"/>
              </a:rPr>
              <a:t>Present the contribution of various car colours to the YTD total sales through a donut chart.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YTD Cars Sold by Dealer Region: </a:t>
            </a:r>
            <a:r>
              <a:rPr lang="en-IN" sz="2000" kern="0" dirty="0">
                <a:solidFill>
                  <a:schemeClr val="bg1"/>
                </a:solidFill>
                <a:cs typeface="Times New Roman" panose="02020603050405020304" pitchFamily="18" charset="0"/>
              </a:rPr>
              <a:t>Showcase the YTD sales data based on different dealer regions using a bar chart to visualize the sales distribution geographically.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Company-Wise Sales Trend in Grid Form: </a:t>
            </a:r>
            <a:r>
              <a:rPr lang="en-IN" sz="2000" kern="0" dirty="0">
                <a:solidFill>
                  <a:schemeClr val="bg1"/>
                </a:solidFill>
                <a:cs typeface="Times New Roman" panose="02020603050405020304" pitchFamily="18" charset="0"/>
              </a:rPr>
              <a:t>Provide a tabular grid that displays the sales trend for each company. The grid should showcase the company name along with their YTD sales figures.</a:t>
            </a:r>
          </a:p>
        </p:txBody>
      </p:sp>
    </p:spTree>
    <p:extLst>
      <p:ext uri="{BB962C8B-B14F-4D97-AF65-F5344CB8AC3E}">
        <p14:creationId xmlns:p14="http://schemas.microsoft.com/office/powerpoint/2010/main" xmlns="" val="183524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86DCE08-0E81-D01B-4349-1D7984D5D1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2" descr="Blue Honeycomb Vector Art, Icons, and Graphics for Free Download">
            <a:extLst>
              <a:ext uri="{FF2B5EF4-FFF2-40B4-BE49-F238E27FC236}">
                <a16:creationId xmlns:a16="http://schemas.microsoft.com/office/drawing/2014/main" xmlns="" id="{FD75B4B3-59AC-711E-1004-E1801E908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bleau Logo, symbol, meaning, history, PNG, brand">
            <a:extLst>
              <a:ext uri="{FF2B5EF4-FFF2-40B4-BE49-F238E27FC236}">
                <a16:creationId xmlns:a16="http://schemas.microsoft.com/office/drawing/2014/main" xmlns="" id="{29B4EAF2-3DA6-D88F-0D34-E5E7891D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5" y="300210"/>
            <a:ext cx="1609725" cy="90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110618D-E684-B3D9-FC2A-BCD2303CC224}"/>
              </a:ext>
            </a:extLst>
          </p:cNvPr>
          <p:cNvSpPr txBox="1"/>
          <p:nvPr/>
        </p:nvSpPr>
        <p:spPr>
          <a:xfrm>
            <a:off x="1795627" y="429779"/>
            <a:ext cx="8194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oper Black" panose="0208090404030B020404" pitchFamily="18" charset="0"/>
              </a:rPr>
              <a:t>FUNCTIONALITIES YOU LEARN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9D1461E-E81D-E8A5-70C9-46A8686F2A26}"/>
              </a:ext>
            </a:extLst>
          </p:cNvPr>
          <p:cNvSpPr txBox="1"/>
          <p:nvPr/>
        </p:nvSpPr>
        <p:spPr>
          <a:xfrm>
            <a:off x="1472013" y="1505889"/>
            <a:ext cx="5205012" cy="410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bg1"/>
                </a:solidFill>
              </a:rPr>
              <a:t>Connecting Tableau to Flat Files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bg1"/>
                </a:solidFill>
              </a:rPr>
              <a:t>Use of Date Functions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bg1"/>
                </a:solidFill>
              </a:rPr>
              <a:t>Work on YTD, YoY Functions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bg1"/>
                </a:solidFill>
              </a:rPr>
              <a:t>Level of Details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bg1"/>
                </a:solidFill>
              </a:rPr>
              <a:t>Different Custom Charts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bg1"/>
                </a:solidFill>
              </a:rPr>
              <a:t>Charts Formatting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bg1"/>
                </a:solidFill>
              </a:rPr>
              <a:t>Different Quick and Interactive Filters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bg1"/>
                </a:solidFill>
              </a:rPr>
              <a:t>Background Design</a:t>
            </a:r>
          </a:p>
        </p:txBody>
      </p:sp>
    </p:spTree>
    <p:extLst>
      <p:ext uri="{BB962C8B-B14F-4D97-AF65-F5344CB8AC3E}">
        <p14:creationId xmlns:p14="http://schemas.microsoft.com/office/powerpoint/2010/main" xmlns="" val="29137493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55</TotalTime>
  <Words>270</Words>
  <Application>Microsoft Office PowerPoint</Application>
  <PresentationFormat>Custom</PresentationFormat>
  <Paragraphs>33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Opulent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Owner</cp:lastModifiedBy>
  <cp:revision>8</cp:revision>
  <dcterms:created xsi:type="dcterms:W3CDTF">2023-08-20T12:01:49Z</dcterms:created>
  <dcterms:modified xsi:type="dcterms:W3CDTF">2026-06-19T14:58:19Z</dcterms:modified>
</cp:coreProperties>
</file>